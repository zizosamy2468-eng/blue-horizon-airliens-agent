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checkpoint_number — real terminal output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this step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HITL pause</c:v>
                  </c:pt>
                  <c:pt idx="1">
                    <c:v>HITL → resume</c:v>
                  </c:pt>
                  <c:pt idx="2">
                    <c:v>Ticket (docs)</c:v>
                  </c:pt>
                  <c:pt idx="3">
                    <c:v>Ticket (gateway)</c:v>
                  </c:pt>
                  <c:pt idx="4">
                    <c:v>HITL reject → loop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8</c:v>
                </c:pt>
                <c:pt idx="3">
                  <c:v>13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this step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HITL pause</c:v>
                  </c:pt>
                  <c:pt idx="1">
                    <c:v>HITL → resume</c:v>
                  </c:pt>
                  <c:pt idx="2">
                    <c:v>Ticket (docs)</c:v>
                  </c:pt>
                  <c:pt idx="3">
                    <c:v>Ticket (gateway)</c:v>
                  </c:pt>
                  <c:pt idx="4">
                    <c:v>HITL reject → loop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13</c:v>
                </c:pt>
                <c:pt idx="2">
                  <c:v>13</c:v>
                </c:pt>
                <c:pt idx="3">
                  <c:v>15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Graph Agents &amp; the Platform That Reaches Them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recoverable state for three real company problems — and a working product surface for the admins and users who run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7863840" cy="566928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89204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· Zizo · Adel  —  Final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039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runner, one checkpoint store, three agents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47802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4780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stateful problems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8254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Compensation Appeal · Safety Incident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64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32644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additions per graph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paired with Decomposition, ToT, or LATS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050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&amp; Tickets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3982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pause, the real failure, the real resume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371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8371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proof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84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process, restart, resume — with real numbers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6235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EB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5623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971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admins and users actually meet the agents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runner. One checkpoint store. Three agents.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graph below is built on the same state_graph core — nobody re-implemented persistence, HITL, or tickets per agent.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4206240" cy="3794760"/>
          </a:xfrm>
          <a:prstGeom prst="roundRect">
            <a:avLst>
              <a:gd name="adj" fmla="val 192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WorkflowState, RunStatus, transition history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checkpoint_store.py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39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 after every transition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33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nodes until a real pause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tool_registry.py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828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tool permissions, checked live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hitl.py / tickets.py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223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admin-task path, one ticket path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274320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286000"/>
            <a:ext cx="5760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Release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28529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Mostafa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74920" y="411480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657600"/>
            <a:ext cx="5760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8221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Appeal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2245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Zizo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548640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5029200"/>
            <a:ext cx="5760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51937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55961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Adel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requests that only make sense as a state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has a real wait, a real human decision, and a real cost to losing progress.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0175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wait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human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an external maintenance report that may take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Operations-manager sign-off before an aircraft can fly again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invalid report must not silently proceed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 Appeal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customer documents, then an async payment-gateway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approval once the appeal exceeds the auto-approve cap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gateway timeout or bad document must not restart the whole appeal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Incident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a ground or crew report, then a regulator's acknowledgement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Manager review before any report reaches a real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conflicting evidence must stop the report, not guess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· OWNER — MOSTAFA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Release Coordinator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aircraft cannot fly again until a real inspection report arrives and a real operations manager signs off.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Flight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3687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143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Release Plan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2599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2055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Approval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3687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Ready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3143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157F3D"/>
          </a:solidFill>
          <a:ln>
            <a:solidFill>
              <a:srgbClr val="157F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49840" y="2862072"/>
            <a:ext cx="137160" cy="201168"/>
          </a:xfrm>
          <a:prstGeom prst="down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714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branch: an invalid or incomplete maintenance report at Validate Report opens a Failure Ticket instead of proceeding.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step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8833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wait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failure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6676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57F3D"/>
          </a:solidFill>
          <a:ln w="12700">
            <a:solidFill>
              <a:srgbClr val="157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8621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proof: kill the server while a run sits in awaiting_maintenance_report, restart it, and the SAME run_id resumes from that exact node — no re-inspection, no lost data.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OWNER — ZIZO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 Appeal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or under-valued compensation claim needs a real argument, a real threshold check, and a real payment result.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Original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3687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143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2599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Documents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2055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Documents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3687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&gt;$500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3143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599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Payment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2055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157F3D"/>
          </a:solidFill>
          <a:ln>
            <a:solidFill>
              <a:srgbClr val="157F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49840" y="2862072"/>
            <a:ext cx="137160" cy="201168"/>
          </a:xfrm>
          <a:prstGeom prst="down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714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branches: invalid documents at Validate Documents, or a gateway error at Submit Payment — both open a real Failure Ticket.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step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wait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failure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6676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57F3D"/>
          </a:solidFill>
          <a:ln w="12700">
            <a:solidFill>
              <a:srgbClr val="157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8621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proof: a rejected payment or a rejected admin decision doesn't end the run — it writes a real compensation_appeal_revisions row and loops back into Compare Strategies with the rejected argument excluded.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· OWNER — ADEL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Incident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occurrence must never be filed with an authority on the agent's own judgment or on incomplete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Facts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3687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143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Paths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2599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20556" y="240944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21488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Evidence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3687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Mgr Review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↺ revise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3143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599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20556" y="3963924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7033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157F3D"/>
          </a:solidFill>
          <a:ln>
            <a:solidFill>
              <a:srgbClr val="157F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49840" y="2862072"/>
            <a:ext cx="137160" cy="201168"/>
          </a:xfrm>
          <a:prstGeom prst="down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714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branches: missing/conflicting evidence at Validate Evidence, or an authority rejection at Await 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step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wait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failure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66760" y="5074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57F3D"/>
          </a:solidFill>
          <a:ln w="12700">
            <a:solidFill>
              <a:srgbClr val="157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86216" y="5010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proof: the admin reviews the draft report on the platform, approves it or requests changes — the graph resumes based on that real choice, revising and re-entering HITL if changes were requested.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ADDITIONS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LLM-call additions per graph — chosen, not bolted 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pairing fits the node's actual job. All three reuse one shared LLM client.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(Mostafa)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retrieve_maintenance_policy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Decomposition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build_release_plan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release plan must follow real policy AND land on one safe, ordered step list before anyone touches the aircraft.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 Appeal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(Zizo)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retrieve_compensation_policy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Thoughts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compare_appeal_strategies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valid arguments exist for one appeal; a weak one wastes a real, limited appeal window if rejected outright.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Incident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retrieve_safety_policy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LATS-style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explore_reporting_paths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the wrong regulatory reporting path has real consequences — worth exploring candidates, not guessing once.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ADDITION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retrieve_compensation_policy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proposed next is grounded in real policy text, not general knowledge.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"Compensation appeal eligibility and loyalty tier multipliers for a passenger disputing a decision on flight BH202, reason: mechanical delay."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(hybrid: vector + BM25)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IROPS-COMP-5 — 25% loyalty-tier multiplier for gold/platinum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IROPS-COMP-4.2b — auto-approve cap and override threshold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IROPS-COMP-1 — general eligibility and duplicate-claim rule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074920" cy="4023360"/>
          </a:xfrm>
          <a:prstGeom prst="roundRect">
            <a:avLst>
              <a:gd name="adj" fmla="val 20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category="compensation" filter pre-restricts the search, not just the ranking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search_policy_manual tool the Maintenance agent already uses — no second RAG pipeline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relevance check runs before anything reaches the next node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 (next slide) scores every candidate argument against THIS retrieved text, not opinion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ADDITION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Thoughts: compare_appeal_strategies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several real arguments, score each against the real policy, keep the best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candidate strategies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service-failure, loyalty-tier, goodwill gesture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324612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Self-score each 0–10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policy alignment + persuasiveness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324612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331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Highest-scoring winner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429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any strategy already rejected this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note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19379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evaluate step is deliberately self-scored — that's what Tree of Thoughts actually is. The GROUNDED decision in this graph is separate: constrained_action compares the real requested_amount to the real numeric cap, a plain number comparison, not a model's opinion. That split is what decides HITL vs. direct payment — see the next slide.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pause is real, and it's grounded in a number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constrained_action never guesses — it compares the real requested amount to the real cap.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amount (real test run)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39572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11880" y="2194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11880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cap (IROPS-COMP-4.2b)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5943600" cy="265176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118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state_graph.hitl.create_admin_task() opens a REAL admin_tasks row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· task_type: compensation_appeal_amount_approval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status becomes WAITING_ADMIN — the run truly stops here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Compensation Appeal platform tab surfaces it for a real admin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resolve_admin_task() + resume() only fire together on a real click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429000"/>
            <a:ext cx="4846320" cy="265176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639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a real terminal run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402336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waiting_admin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CURRENT_NODE = awaiting_admin_approval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E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admin approves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waiting_external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CURRENT_NODE = await_payment_result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RECOVERY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vs. HITL — two different code paths, two real examples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is an expected pause for a decision. A ticket is an unplanned failure.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313432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documents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failed_node: validate_documents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error_type: missing_document_fields</a:t>
            </a:r>
            <a:endParaRPr lang="en-US" sz="10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 documents are missing fields: ['file_type']”</a:t>
            </a:r>
            <a:endParaRPr lang="en-US" sz="10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 resume: real, corrected documents — not a restart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2313432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94944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606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failed_node: submit_payment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3017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error_type: payment_gateway_error</a:t>
            </a:r>
            <a:endParaRPr lang="en-US" sz="10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“Mock payment gateway unavailable (timeout).”</a:t>
            </a:r>
            <a:endParaRPr lang="en-US" sz="10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 resume: corrected requested_amount — not resent documents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shared path, real DB row every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14807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create_failure_ticket() → failure_tickets row (status = open) → surfaced on the platform → admin resolves it → runner.resume() continues from the SAME checkpointed node, not from load_original_compensation. Verified in a real run: checkpoints 13 → 15, current_node stayed at the node that actually failed.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7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checkpoints, across real process restarts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checkpoint_number only ever climbs for a run_id — it never resets, even after the process dies.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05740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05740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came from an ACTUAL terminal run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8346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run_id used before and after every restart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always starts from the node the process actually stopped on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that had already completed was re-executed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collected before the pause was lost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rejection doesn't end the run — it loops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DAG can't do: return to an earlier state with new information.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2084832" cy="731520"/>
          </a:xfrm>
          <a:prstGeom prst="roundRect">
            <a:avLst>
              <a:gd name="adj" fmla="val 8750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Rejects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51760" y="258318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2286000"/>
            <a:ext cx="2084832" cy="731520"/>
          </a:xfrm>
          <a:prstGeom prst="roundRect">
            <a:avLst>
              <a:gd name="adj" fmla="val 8750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Revision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258318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286000"/>
            <a:ext cx="2084832" cy="731520"/>
          </a:xfrm>
          <a:prstGeom prst="roundRect">
            <a:avLst>
              <a:gd name="adj" fmla="val 8750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Strategy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258318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2286000"/>
            <a:ext cx="2084832" cy="731520"/>
          </a:xfrm>
          <a:prstGeom prst="roundRect">
            <a:avLst>
              <a:gd name="adj" fmla="val 8750"/>
            </a:avLst>
          </a:prstGeom>
          <a:solidFill>
            <a:srgbClr val="CADCFC"/>
          </a:solidFill>
          <a:ln>
            <a:solidFill>
              <a:srgbClr val="CADCF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again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509760" y="2583180"/>
            <a:ext cx="219456" cy="137160"/>
          </a:xfrm>
          <a:prstGeom prst="rightArrow">
            <a:avLst/>
          </a:prstGeom>
          <a:solidFill>
            <a:srgbClr val="AAB2C8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286000"/>
            <a:ext cx="2084832" cy="731520"/>
          </a:xfrm>
          <a:prstGeom prst="roundRect">
            <a:avLst>
              <a:gd name="adj" fmla="val 8750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Documents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MAX_REVISION_ROUNDS = 3 — a run that keeps failing eventually closes, it never loops forever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124712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from a live test 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370832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resume(..., decision="rejected")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compensation_appeal_revisions: +1 row (trigger_reason = admin_rejected)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STATUS_AFTER = waiting_external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CURRENT_NODE_AFTER = await_customer_documents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57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CHECKPOINTS: 10 → 14   (4 new, real transitions in one resume)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·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 admin actually runs the whole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here reaches the live MCP server and the live database — not a mockup.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68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 any MCP tool per agent — read live from agent_tool_permissions, no redeploy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0487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368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policy sections; the very next retrieval by any agent reflects the change.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5371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517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Tasks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pending task, see the draft report or requested amount, approve or request changes.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2976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553712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45171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Tickets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failed node and real error, resolve it, and watch the run resume from that checkpoint.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·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user, three agents, one place to reach them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switcher — not three separate hardcoded conversations.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247120" cy="402336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Release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Appeal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23774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486400" cy="594360"/>
          </a:xfrm>
          <a:prstGeom prst="roundRect">
            <a:avLst>
              <a:gd name="adj" fmla="val 21538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“Appeal the compensation for BH202 — the amount didn't reflect my platinum tier.”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4937760" cy="1051560"/>
          </a:xfrm>
          <a:prstGeom prst="roundRect">
            <a:avLst>
              <a:gd name="adj" fmla="val 1217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947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Appeal Agent started (run ef728cb4…). Retrieving policy, comparing strategies — I'll ask for supporting documents next.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tabs never loses a run — each agent's state lives in workflow_runs, not the browser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memory/RAG agent and the planning agent from earlier labs are reachable the same way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EXTENDING, NOT REBUILDING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fixed from the labs before this 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covers the whole repo now — so the whole repo had to actually improve.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Lab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25328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visibility was static — registered once via mcp.add_tool() at session start.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7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25328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driven live by agent_tool_permissions + tool_registry.require_enabled_tool(), toggled from the admin panel with no redeploy.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RAG Lab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3703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395020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corpus, one retrieval pipeline.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7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395020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with a safety category (IROPS-SAFE-1..3) and reused as-is by all three graphs — no second RAG pipeline was ever built.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9834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&amp; Planning Lab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5120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86200" y="53675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planning/llm_client.py already existed.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5120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7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536752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directly for every new LLM addition in all three graphs — one shared, accountable client instead of three.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WHAT YOU'LL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we'll show live, not screenshot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&amp; Resume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39572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server mid-run while it awaits a maintenance report. Restart it. Watch the SAME run_id continue from the SAME node.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HITL Pause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67588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compensation appeal over the $500 cap. It pauses. An admin approves it on the platform. The run resumes with that real decision.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553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Ticket, Resolved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956048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payment-gateway timeout. A ticket opens with the real error. Resolve it from the dashboard. The run resumes — it doesn't restart.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ISSUE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repo, one team, traceable ownership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Mostafa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foundation + Maintenance Release Coordinator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state_graph/models.py, checkpoint_store.py, runner.py, tool_registry.py, maintenance/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Zizo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 Appeal Agent + HITL/Ticket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state_graph/compensation/, hitl.py, tickets.py, external_events.py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Incident Agent + the full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8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state_graph/safety/, web_platform/backend, web_platform/frontend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949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states the real constraint and acceptance criteria, one owner each, closed by a linked pull request with a short explanation of what changed.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about any of the three graphs, the platform, or the fixes.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3977640"/>
            <a:ext cx="7863840" cy="54864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B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— State Graph Agents &amp;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2026-08-24T06:23:52Z</dcterms:created>
  <dcterms:modified xsi:type="dcterms:W3CDTF">2026-08-24T06:23:52Z</dcterms:modified>
</cp:coreProperties>
</file>