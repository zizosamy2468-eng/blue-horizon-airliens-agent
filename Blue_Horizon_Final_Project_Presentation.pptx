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HORIZON AIRLINES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Persistent, Recoverable State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a Real User Path to Agents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genuine state-graph agents  ·  HITL  ·  Failure tickets  ·  Checkpoint resume  ·  Live platform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 ·  MCP Server + Memory/RAG + Planning extended  ·  10-minute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definitions of state graphs, HITL, or tickets — assumed knowledge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73152" cy="566928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2435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not a for-loop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8132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waits, human decisions, cost of losing progress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847088"/>
            <a:ext cx="73152" cy="566928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4708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190195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company problems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139696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· Compensation appeal · Safety incident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505456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505456"/>
            <a:ext cx="73152" cy="566928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50545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25603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graph holds state &amp; branches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2798064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held · external waits · HITL · revision loops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163824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163824"/>
            <a:ext cx="73152" cy="566928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163824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321868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345643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· HITL vs tickets · tool permissions · platform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822192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822192"/>
            <a:ext cx="73152" cy="566928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82219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80160" y="387705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real runs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80160" y="411480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pause/resume · ticket recovery · crash-and-resume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006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Horizon Airlines  ·  Final Project  ·  Persistent State Graphs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95528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straight-line agent fails for real IROPS work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problem has a wait, a branch outside the model, and a real cost if progress is lost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2743200" cy="73152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wait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clearance, customer documents, payment gateway, ground/crew report, authority acknowledgement — the process can sit for hours or days.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280160"/>
            <a:ext cx="2743200" cy="73152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508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human decision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37560" y="201168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above policy cap, aircraft release, safety-report approval — the agent is not allowed to decide alone.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28016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280160"/>
            <a:ext cx="2743200" cy="73152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508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cost of restart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17920" y="201168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mid-run state means re-collecting evidence, re-asking the customer, or missing an appeal window.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8006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Horizon Airlines  ·  Final Project  ·  Persistent State Graphs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95528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STATE-GRAPH PROBLEMS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agent scope — not a reskin of scheduling or RAG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problem is genuinely multi-turn, with branches the model cannot control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850392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4023360"/>
                <a:gridCol w="2651760"/>
              </a:tblGrid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not a single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LLM additions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4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Waits on external clearance; aircraft release irreversible without ops manager sign-off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decomposition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RAG (policy)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Compensation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Waits on docs &amp; payment gateway; rejection triggers a revised strategy loop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of Thoughts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RAG (policy)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Waits on ground/crew report &amp; authority ack; filing gated by Safety 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LATS (paths)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RAG (safety policy)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8006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Horizon Airlines  ·  Final Project  ·  Persistent State Graphs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795528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 ·  MAINTENANCE RELEASE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Clearance → ops approval → mark flight ready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state is held · what waits · what needs a human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640080"/>
          </a:xfrm>
          <a:prstGeom prst="rect">
            <a:avLst/>
          </a:prstGeom>
          <a:solidFill>
            <a:srgbClr val="0B23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held:  flight_record · flight_status · maintenance_policy · release_plan · maintenance_report · operations_decision · ops_manager_id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965960"/>
            <a:ext cx="41605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965960"/>
            <a:ext cx="73152" cy="566928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" y="20116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inspect_flight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22585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DB status; exit if not disrupted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606040"/>
            <a:ext cx="41605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606040"/>
            <a:ext cx="73152" cy="566928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" y="2651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retrieve_policy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" y="28986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via search_policy_manual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246120"/>
            <a:ext cx="41605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246120"/>
            <a:ext cx="73152" cy="566928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" y="3291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build_release_plan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" y="35387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task decomposition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886200"/>
            <a:ext cx="41605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886200"/>
            <a:ext cx="73152" cy="566928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" y="3931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await_report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" y="41788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WAITING_EXTERNAL — MX report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1965960"/>
            <a:ext cx="41605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965960"/>
            <a:ext cx="73152" cy="566928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25" name="Text 23"/>
          <p:cNvSpPr/>
          <p:nvPr/>
        </p:nvSpPr>
        <p:spPr>
          <a:xfrm>
            <a:off x="4873752" y="20116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validate_report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73752" y="22585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→ Ticket; cleared → HITL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2606040"/>
            <a:ext cx="41605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606040"/>
            <a:ext cx="73152" cy="566928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29" name="Text 27"/>
          <p:cNvSpPr/>
          <p:nvPr/>
        </p:nvSpPr>
        <p:spPr>
          <a:xfrm>
            <a:off x="4873752" y="2651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ops_approval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73752" y="28986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WAITING_ADMIN — platform only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3246120"/>
            <a:ext cx="41605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246120"/>
            <a:ext cx="73152" cy="566928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33" name="Text 31"/>
          <p:cNvSpPr/>
          <p:nvPr/>
        </p:nvSpPr>
        <p:spPr>
          <a:xfrm>
            <a:off x="4873752" y="3291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mark_flight_ready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73752" y="35387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tool + enabled permission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006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Horizon Airlines  ·  Final Project  ·  Persistent State Graphs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795528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 ·  COMPENSATION APPEAL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→ documents → amount gate → payment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cycles on admin rejection and payment rejection (max 3)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594360"/>
          </a:xfrm>
          <a:prstGeom prst="rect">
            <a:avLst/>
          </a:prstGeom>
          <a:solidFill>
            <a:srgbClr val="0B23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070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held:  passenger_email · requested_amount · selected_strategy · customer_documents · admin_decision · payment_result · revision_count · rejected_strategy_names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502920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0116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path (real branches)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load_original → RAG policy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243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compare_appeal_strategies (ToT)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9169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await_customer_documents  (EXTERNAL)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20954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validate_documents  →  ticket if invalid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5021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constrained_action  →  HITL if amount &gt; $500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7947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submit_payment  →  ticket on gateway error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0873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await_payment_result  →  paid | revised loop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32120" y="1920240"/>
            <a:ext cx="3246120" cy="1188720"/>
          </a:xfrm>
          <a:prstGeom prst="rect">
            <a:avLst/>
          </a:prstGeom>
          <a:solidFill>
            <a:srgbClr val="0B2344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20116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trigger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0" y="23317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&gt; $500 → admin_tasks row; resume only after platform decision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32120" y="3246120"/>
            <a:ext cx="32461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0" y="33375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loop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0" y="36576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Admin/payment rejection → compensation_appeal_revisions + back to ToT (excluded strategies)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006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Horizon Airlines  ·  Final Project  ·  Persistent State Graphs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95528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 ·  SAFETY INCIDENT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Investigate → evidence → draft → manager → authority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 external filing gated by Safety Manager HITL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548640"/>
          </a:xfrm>
          <a:prstGeom prst="rect">
            <a:avLst/>
          </a:prstGeom>
          <a:solidFill>
            <a:srgbClr val="0B23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070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held:  incident_type · severity · crew_facts · ground_report · evidence_summary · draft_report · admin_decision · authority_ack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274320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874520"/>
            <a:ext cx="2743200" cy="411480"/>
          </a:xfrm>
          <a:prstGeom prst="rect">
            <a:avLst/>
          </a:prstGeom>
          <a:solidFill>
            <a:srgbClr val="0B2344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193852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retrieve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Flight + crew facts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RAG: IROPS-SAFE-*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LATS: reporting paths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1874520"/>
            <a:ext cx="274320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874520"/>
            <a:ext cx="2743200" cy="411480"/>
          </a:xfrm>
          <a:prstGeom prst="rect">
            <a:avLst/>
          </a:prstGeom>
          <a:solidFill>
            <a:srgbClr val="0B2344"/>
          </a:solidFill>
          <a:ln/>
        </p:spPr>
      </p:sp>
      <p:sp>
        <p:nvSpPr>
          <p:cNvPr id="15" name="Text 13"/>
          <p:cNvSpPr/>
          <p:nvPr/>
        </p:nvSpPr>
        <p:spPr>
          <a:xfrm>
            <a:off x="3310128" y="193852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Wait ground/crew report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3017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Validate completeness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Conflict → Failure Ticket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80760" y="1874520"/>
            <a:ext cx="274320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874520"/>
            <a:ext cx="2743200" cy="411480"/>
          </a:xfrm>
          <a:prstGeom prst="rect">
            <a:avLst/>
          </a:prstGeom>
          <a:solidFill>
            <a:srgbClr val="0B2344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488" y="193852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&amp; submit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Draft regulatory report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3017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Safety Manager review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Submit → await authority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006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Horizon Airlines  ·  Final Project  ·  Persistent State Graphs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95528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VS FAILURE TICKETS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distinct pause paths — visible in code and in the DB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decision vs unplanned error; different tables; different resume rules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4114800" cy="438912"/>
          </a:xfrm>
          <a:prstGeom prst="rect">
            <a:avLst/>
          </a:prstGeom>
          <a:solidFill>
            <a:srgbClr val="0B23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618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 →  admin_tasks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pause for a decision the agent must not make alone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Amount &gt; auto-approve cap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Aircraft release approval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Safety report sign-off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waiting_admin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ONLY after a real action in the platform UI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auto-approve path in code)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88720"/>
            <a:ext cx="4114800" cy="438912"/>
          </a:xfrm>
          <a:prstGeom prst="rect">
            <a:avLst/>
          </a:prstGeom>
          <a:solidFill>
            <a:srgbClr val="9B2C2C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618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 →  failure_tickets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78308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mid-node error the graph cannot act 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Invalid / missing documents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Payment gateway timeout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Conflicting evidence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failed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ticket → resume from the SAME checkpoint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from the first node)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006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Horizon Airlines  ·  Final Project  ·  Persistent State Graphs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 AS FIRST-CLASS CITIZEN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Durable state after every meaningful transition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the process mid-run → restart → resume from last checkpoint — no re-execution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53312"/>
            <a:ext cx="384048" cy="384048"/>
          </a:xfrm>
          <a:prstGeom prst="ellipse">
            <a:avLst/>
          </a:prstGeom>
          <a:solidFill>
            <a:srgbClr val="0B234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2801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workflow_runs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full state_json + status + current_node for every run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93392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157984"/>
            <a:ext cx="384048" cy="384048"/>
          </a:xfrm>
          <a:prstGeom prst="ellipse">
            <a:avLst/>
          </a:prstGeom>
          <a:solidFill>
            <a:srgbClr val="0B234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0848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workflow_checkpoints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3591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history (run_id, checkpoint_number) — crash-recovery evidence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798064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962656"/>
            <a:ext cx="384048" cy="384048"/>
          </a:xfrm>
          <a:prstGeom prst="ellipse">
            <a:avLst/>
          </a:prstGeom>
          <a:solidFill>
            <a:srgbClr val="0B234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88950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create_run / save_checkpoint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1638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StateGraphRunner persists on start and after every node transition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602736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767328"/>
            <a:ext cx="384048" cy="384048"/>
          </a:xfrm>
          <a:prstGeom prst="ellipse">
            <a:avLst/>
          </a:prstGeom>
          <a:solidFill>
            <a:srgbClr val="0B2344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69417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load_run_state + resume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396849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process loads MySQL; continues from the saved node only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006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Horizon Airlines  ·  Final Project  ·  Persistent State Graphs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95528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admins and users actually meet the agents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website against the live MCP server + MySQL — not a static mockup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533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Tools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Enable/disable MCP tools per agent at runtime (agent_tool_permissions → live server)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3533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RAG docs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1737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Add/remove policy sections; reflected on next search_policy_manual call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18872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3533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HITL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1737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pending tasks, view persisted state, approve/reject through UI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9535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Tickets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337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open failures, resolve, resume from checkpoint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278892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37560" y="29535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Agent switch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3337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Maintenance, Compensation Appeal, or Safety Incident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278892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29535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Live runs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3337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of recent runs with status, node, waiting_for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006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Horizon Airlines  ·  Final Project  ·  Persistent State Graphs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EVIDENCE  ·  HITL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Compensation Appeal — real pause and resume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test_compensation_hitl.py against live MySQL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3337560"/>
          </a:xfrm>
          <a:prstGeom prst="rect">
            <a:avLst/>
          </a:prstGeom>
          <a:solidFill>
            <a:srgbClr val="0B234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25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 →  PAUSED_FOR_DOCUMENTS  →  HITL_PAUSE_REACHED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RUN_ID=ef728cb4-…   STATUS=waiting_admin   NODE=awaiting_admin_approval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ADMIN_TASK_ID=021e5532-…   CHECKPOINTS=10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(fresh process)  →  approved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STATE_LOADED_AFTER_RESTART  ·  CHECKPOINTS_BEFORE=10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STATUS_AFTER=waiting_external  ·  NODE=await_payment_result  ·  CHECKPOINTS_AFTER=13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path: STATUS_AFTER=waiting_external · NODE=await_customer_documents · revised appeal loop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depends on a real admin action through the platform path — not auto-approve in code.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006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Horizon Airlines  ·  Final Project  ·  Persistent State Graphs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95528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EVIDENCE  ·  FAILURE TICKETS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Invalid documents &amp; gateway failure — ticket then resume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test_ticket_recovery.py — tickets are real failures, not inserted rows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path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missing file_type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FAILED at validate_documents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open · missing_document_fields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CHECKPOINTS=8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ticket + valid docs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STATUS_AFTER=waiting_external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NODE=await_payment_result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restart from load_original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411480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path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73736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amount=9999.99 poison value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FAILED at submit_payment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· payment_gateway_error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CHECKPOINTS=13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+ corrected amount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STATUS_AFTER=waiting_external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NODE=await_payment_result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checkpoint, fixed cause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8006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Horizon Airlines  ·  Final Project  ·  Persistent State Graphs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95528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LLM-CALL ADDITIONS PER GRAPH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Placed inside specific nodes for a reason — not bolted 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pair matches the shape of that problem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188720"/>
          <a:ext cx="8778240" cy="3200400"/>
        </p:xfrm>
        <a:graphic>
          <a:graphicData uri="http://schemas.openxmlformats.org/drawingml/2006/table">
            <a:tbl>
              <a:tblPr/>
              <a:tblGrid>
                <a:gridCol w="1417320"/>
                <a:gridCol w="1554480"/>
                <a:gridCol w="2331720"/>
                <a:gridCol w="1143000"/>
                <a:gridCol w="2331720"/>
              </a:tblGrid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that node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that node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344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decomposition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build_release_plan — constrained allowed steps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retrieve_maintenance_policy — policy before planning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Compensation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of Thoughts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compare_appeal_strategies — several valid arguments; wrong pick is costly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retrieve_compensation_policy — grounds ToT scores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explore_reporting_paths — search over severity/impact routes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retrieve_safety_policy — IROPS-SAFE-* sections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8006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Horizon Airlines  ·  Final Project  ·  Persistent State Graphs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795528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EXTENDING, NOT REBUILDING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mcp_server/, db/, memory, RAG, planning — visibly reused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folders sit beside prior work; prior agents still reachable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14300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get_flight_status_record, search_policy_manual, mark_flight_ready, submit_compensation_payment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16916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blue_horizon_db · workflow_* · admin_tasks · failure_tickets · domain case tables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22402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+ Self-RAG; new IROPS-SAFE-* policy sections for Safety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client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278892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Gemini client for ToT / decomposition / LATS — no second client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tools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33375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agent_tool_permissions + require_enabled_tool — admin changes reach live server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886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agents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68880" y="388620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Memory/RAG and Planning agents remain reachable; platform routes between them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8006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Horizon Airlines  ·  Final Project  ·  Persistent State Graphs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95528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WITH PROJECT REQUIREMENTS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grader should be able to verify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the Final Project rubric — not slide theater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60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73152" cy="960120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new agents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· Compensation Appeal · Safety — multi-turn, not reskins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4160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88720"/>
            <a:ext cx="73152" cy="960120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+ checkpoints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workflow_runs + workflow_checkpoints; resume after process kill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286000"/>
            <a:ext cx="4160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86000"/>
            <a:ext cx="73152" cy="960120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is real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743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admin_tasks rows; waiting_admin; continue only after platform action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286000"/>
            <a:ext cx="4160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286000"/>
            <a:ext cx="73152" cy="960120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≠ HITL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743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failure_tickets for unplanned errors; resume from same node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383280"/>
            <a:ext cx="4160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383280"/>
            <a:ext cx="73152" cy="960120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520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LLM additions each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840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/ decomposition / LATS + RAG, inside justified nodes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3383280"/>
            <a:ext cx="4160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383280"/>
            <a:ext cx="73152" cy="960120"/>
          </a:xfrm>
          <a:prstGeom prst="rect">
            <a:avLst/>
          </a:prstGeom>
          <a:solidFill>
            <a:srgbClr val="B5935A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520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path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3840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tools/HITL/tickets + user agent switch against live MCP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006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Horizon Airlines  ·  Final Project  ·  Persistent State Graphs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95528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show in the room (not screenshots)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+ one full graph path against the running system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252728"/>
            <a:ext cx="411480" cy="411480"/>
          </a:xfrm>
          <a:prstGeom prst="ellipse">
            <a:avLst/>
          </a:prstGeom>
          <a:solidFill>
            <a:srgbClr val="0B2344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52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dashboard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23360" y="11430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agents list, recent runs with status badges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911096"/>
            <a:ext cx="411480" cy="411480"/>
          </a:xfrm>
          <a:prstGeom prst="ellipse">
            <a:avLst/>
          </a:prstGeom>
          <a:solidFill>
            <a:srgbClr val="0B2344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9110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80136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Compensation Appeal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180136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&gt; $500 so constrained_action opens a real HITL task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569464"/>
            <a:ext cx="411480" cy="411480"/>
          </a:xfrm>
          <a:prstGeom prst="ellipse">
            <a:avLst/>
          </a:prstGeom>
          <a:solidFill>
            <a:srgbClr val="0B2344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569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45973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surface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23360" y="245973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opens task, sees persisted state, approves or rejects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3227832"/>
            <a:ext cx="411480" cy="411480"/>
          </a:xfrm>
          <a:prstGeom prst="ellipse">
            <a:avLst/>
          </a:prstGeom>
          <a:solidFill>
            <a:srgbClr val="0B2344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11810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from checkpoint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23360" y="311810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continues at await_payment_result — not from the top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3886200"/>
            <a:ext cx="411480" cy="411480"/>
          </a:xfrm>
          <a:prstGeom prst="ellipse">
            <a:avLst/>
          </a:prstGeom>
          <a:solidFill>
            <a:srgbClr val="0B2344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377647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path (optional)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023360" y="377647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docs → open ticket → resolve → resume same node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B2344"/>
          </a:solidFill>
          <a:ln w="12700">
            <a:solidFill>
              <a:srgbClr val="0B23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0060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Horizon Airlines  ·  Final Project  ·  Persistent State Graphs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95528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9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QUESTIONS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state graph, not a simpler pattern?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pair of LLM additions for each graph?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a specific ticket in our system actually catch?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IROPS workflows · durable checkpoints · HITL through the platform 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A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tickets distinct from expected pauses · one shared MCP server and database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Horizon Airlines  ·  Final Project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Horizon — Final Project: Persistent State Graphs</dc:title>
  <dc:subject>Maintenance · Compensation Appeal · Safety Incident</dc:subject>
  <dc:creator>Blue Horizon Team</dc:creator>
  <cp:lastModifiedBy>Blue Horizon Team</cp:lastModifiedBy>
  <cp:revision>1</cp:revision>
  <dcterms:created xsi:type="dcterms:W3CDTF">2026-08-24T01:06:01Z</dcterms:created>
  <dcterms:modified xsi:type="dcterms:W3CDTF">2026-08-24T01:06:01Z</dcterms:modified>
</cp:coreProperties>
</file>